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744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COMPLETE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Setup Guide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Understanding, Installing, and Maximizing Claude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Ecosystem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62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surfaces, one AI brain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673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Tool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8928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 with real-world examples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0370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2037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Claude specialized workflows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73405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7340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953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superpowers for your industry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2644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264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838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Claude to your real-world tools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794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Trevor's Personal Setup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0142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configured power user 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32511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325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Checklist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5445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path from beginner to pro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CLAUDE ECOSYSTEM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Surfaces, One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691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Chat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4884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4048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6916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8620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88620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57784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69164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Desktop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62356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dev tool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review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31520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169164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CLI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36092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surfaces share the same underlying AI model — the difference is how you interact with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Chat &amp; Desktop Chat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(claude.ai)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8745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docs that persist across sessions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outputs (charts, code, apps)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+ Voice Input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lookups, speak to Claude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 for complex problems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Chat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18745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Web Chat, plus: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Performance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desktop application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Support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Google Drive, GitHub, Figma, etc.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to Cowork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autonomous agent from here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docs.claude.com/en/docs/intro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Autonomous AI Coworker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716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Claude a goal and a folder. It works independently — reading files, building documents, running sub-tasks, and saving results.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files on your computer directly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233172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290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2900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up parallel workers for complex tasks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233172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636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6364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recurring work (daily, weekly)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52044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43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3959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skill bundles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91840" y="352044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4290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429000" y="3959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Chrome on your behalf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26480" y="352044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2636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63640" y="3959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safely in a sandboxed environment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support.claude.com — Get Started with Cowork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— For Developers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3152" cy="3200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Desktop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GUI with diff review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148840"/>
            <a:ext cx="32918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2176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404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changes, waits for approval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7240" y="2788920"/>
            <a:ext cx="32918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Mode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3044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Auto-edits files, asks before terminal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3429000"/>
            <a:ext cx="32918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456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3685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 approach without touching files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54880" y="1051560"/>
            <a:ext cx="73152" cy="3200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3444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2356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CLI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07492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Terminal-native, full agentic coding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74920" y="21488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an entire codebase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test, debug, refactor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 (commit, branch)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changes at once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hooks and custom agents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not a developer, Cowork covers everything you need.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Which Tool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091237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Situation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question, one-off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Web/Desktop Chat (claude.ai)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project with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Web/Desktop Chat with 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 connectors, more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task, file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task (weekly, daily)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Cowork (Scheduled Tasks)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or debugging code (visual)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Desktop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developer, 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Claude New Tricks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a set of detailed instructions that makes Claude extremely good at a specific type of task.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3840480" cy="146304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Skill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me a PowerPoint"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Generic, basic output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2194560"/>
            <a:ext cx="3840480" cy="146304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Skill loaded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me a PowerPoint"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Professional, polished, best practices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in: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77440" y="3931920"/>
            <a:ext cx="173736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37744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89120" y="3931920"/>
            <a:ext cx="173736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8912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Desktop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3931920"/>
            <a:ext cx="173736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in Web Chat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Cowork Skills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24328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24328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Decks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xlsx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22008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22008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canvas-design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Art &amp; Design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14600" y="22860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24328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24328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22860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3168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skill-creator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Skills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12280" y="22860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22008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theme-factory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22008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Visual Themes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35661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doc-coauthoring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Co-write Documents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1460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14600" y="35661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624328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mcp-builder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624328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Connectors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663440" y="35661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73168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web-artifacts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73168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Builder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1228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812280" y="35661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22008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brand-guidelines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22008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Styling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come pre-installed — no setup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Bundles of Superpowers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Skill is a single app, a Plugin is an entire productivity suite — multiple skills packaged together around one theme.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a Plugin: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27432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2560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Skills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2724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around a theme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3063240"/>
            <a:ext cx="27432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3000" y="3063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3000" y="3227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Quick-trigger shortcuts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3566160"/>
            <a:ext cx="27432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" y="3566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" y="3730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external services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4069080"/>
            <a:ext cx="27432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1520" y="4069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43000" y="4069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3000" y="4233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for specific tasks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Marketplaces: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846320" y="2560320"/>
            <a:ext cx="3840480" cy="7315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292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Marketing, Engineering, Design, Ops, Legal...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46320" y="3429000"/>
            <a:ext cx="3840480" cy="7315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02920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Research, IB, Private Equity, Wealth Mgmt...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github.com/anthropics/claude-plugins-official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Linking Claude to Your Tools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887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let Claude access your real-world apps and data — Google Drive, GitHub, Figma, and more — via the Model Context Protocol (MCP).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Vetted by Anthropic, one-click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→ Connectors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MCP server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custom connector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(Desktop)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 your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file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an Official Connector: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40233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12064" y="40690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12064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8"/>
          <p:cNvSpPr/>
          <p:nvPr/>
        </p:nvSpPr>
        <p:spPr>
          <a:xfrm>
            <a:off x="54864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claude.ai/settings/connectors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0320" y="40233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615184" y="40690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615184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5176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"Browse connectors"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63440" y="40233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18304" y="40690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718304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5488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click Connect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766560" y="40233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821424" y="40690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821424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5800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— done!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support.claude.com — Use connectors to extend Claude's 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TREVOR'S SETUP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Fully Configured Power User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Skills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Plugins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Connectors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Connectors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7889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3832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Skills Total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7889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Prompts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Obsidian (note-taking app) synced with Cowork for persistent knowledge across conversations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Installed Plugins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755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755648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1755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231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2231136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14600" y="2231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7066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706624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14600" y="27066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82112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1821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Mgmt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3182112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14600" y="31821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365760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1460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128016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128016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0372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755648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1755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Banking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12280" y="1755648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03720" y="1755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231136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37760" y="2231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12280" y="2231136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03720" y="2231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2706624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37760" y="27066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plugin contains 5-15 specialized skills. Total: 100+ unique capabilities across all plugins.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Installed Connectors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80390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software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specs &amp; prototyping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repos, issues, PRs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Calendar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Drive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Files, docs, spreadsheets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&amp; project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Mermaid Charts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 creation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PDF rendering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Three.js 3D 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web animations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in Chrome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installed: 6 community connectors (Obsidian, Sequential-Thinking, etc.)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34747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Day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7373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at claude.ai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Pro/Max plan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65960" cy="34747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2432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Week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24328" y="17373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Desktop 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Memory in Settings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2-3 official Connectors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Cowork with a real task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1965960" cy="34747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196596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Month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8888" y="17373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Plugins for your role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 Skill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Scheduled Task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knowledge folder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65960" cy="347472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1344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Ongoing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13448" y="17373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Connector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Plugin for your team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recurring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490472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4904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docs.claude.com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490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002536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0025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claude.ai/settings/connectors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0025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directory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514600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2514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support.claude.com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center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026664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0266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code.claude.com/docs/en/plugins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0266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creation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538728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5387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github.com/anthropics/claude-plugins-official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5387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plugins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context you give Claude, the better its answers.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1146</Words>
  <Application>Microsoft Office PowerPoint</Application>
  <PresentationFormat>On-screen Show (16:9)</PresentationFormat>
  <Paragraphs>321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Complete Claude Setup Guide</dc:title>
  <dc:subject>PptxGenJS Presentation</dc:subject>
  <dc:creator>Claude (Cowork)</dc:creator>
  <cp:lastModifiedBy>Trevor Garner</cp:lastModifiedBy>
  <cp:revision>2</cp:revision>
  <dcterms:created xsi:type="dcterms:W3CDTF">2026-03-31T01:16:16Z</dcterms:created>
  <dcterms:modified xsi:type="dcterms:W3CDTF">2026-05-04T21:39:58Z</dcterms:modified>
</cp:coreProperties>
</file>